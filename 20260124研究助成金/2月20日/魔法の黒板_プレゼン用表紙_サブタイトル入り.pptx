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digital_illustration_showcases_a_magical_set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384048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FFFFFF"/>
                </a:solidFill>
                <a:latin typeface="MS Mincho"/>
              </a:rPr>
              <a:t>AIを活用した学習支援システム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