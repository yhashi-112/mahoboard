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59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🪄 魔法の黒板 🪄</a:t>
            </a:r>
            <a:endParaRPr lang="en-US" sz="4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～24時間、学生の"つまずき"に寄り添うAI教育革命～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AIを活用した即時質問応答型学習支援システムの開発と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薬学教育における教育効果の検証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神戸学院大学 薬学部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橋本 保彦、辰見 明俊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研究の背景と課題</a:t>
            </a:r>
            <a:endParaRPr lang="en-US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35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💭 学生の声</a:t>
            </a:r>
            <a:endParaRPr lang="en-US" sz="2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「質問したいけど、先生に聞きにくい...」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「夜中に疑問が出てきたけど、誰にも聞けない...」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「結局、分からないまま試験を迎えてしまう...」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4C3C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現状の課題</a:t>
            </a:r>
            <a:endParaRPr lang="en-US" sz="2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4114800" cy="54864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⏰ 疑問解決の手段が限定的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00600" y="3200400"/>
            <a:ext cx="4114800" cy="54864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📉 つまずきの放置 → 学習意欲低下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4114800" cy="54864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❓ 理解困難点の把握が困難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3840480"/>
            <a:ext cx="4114800" cy="54864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📱 スマホ世代への対応不足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研究の目的</a:t>
            </a:r>
            <a:endParaRPr lang="en-US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67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🪄 「魔法の黒板」の誕生</a:t>
            </a:r>
            <a:endParaRPr lang="en-US" sz="2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131760"/>
            <a:ext cx="7315200" cy="123144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2400" dirty="0" err="1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AIを活用した即時質問応答型学習支援システム</a:t>
            </a:r>
            <a:endParaRPr lang="en-US" sz="2400" dirty="0">
              <a:solidFill>
                <a:srgbClr val="000000"/>
              </a:solidFill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「</a:t>
            </a:r>
            <a:r>
              <a:rPr lang="en-US" sz="2400" dirty="0" err="1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魔法の黒板」を開発し</a:t>
            </a:r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、</a:t>
            </a:r>
          </a:p>
          <a:p>
            <a:pPr marL="0" indent="0" algn="ctr">
              <a:buNone/>
            </a:pPr>
            <a:r>
              <a:rPr lang="en-US" sz="2400" dirty="0" err="1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薬学教育における教育効果を検証する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40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🎯 主目的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866120"/>
            <a:ext cx="82296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35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学生の学習成果に与える影響を明らかにする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50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📊 副次的目的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963400"/>
            <a:ext cx="8229600" cy="32004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7AE6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 学習行動・学習意欲の変化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4329160"/>
            <a:ext cx="8229600" cy="32004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7AE6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② 教員の教育負担への影響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694920"/>
            <a:ext cx="8229600" cy="32004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7AE6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③ 「つまずきの地図」の作成による講義改善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従来型 vs 魔法の黒板</a:t>
            </a:r>
            <a:endParaRPr lang="en-US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😰 従来型の学習環境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質問時間: 講義後のみ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心理的ハードル: 高い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つまずき把握: 困難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客観的評価: 不十分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0" y="914400"/>
            <a:ext cx="41148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😊 魔法の黒板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7AE6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質問時間: 24時間365日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7AE6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心理的ハードル: なし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7AE6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つまずき把握: 可視化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7AE6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客観的評価: 10年分データ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「つまずきを放置しない」学習環境へ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✨ 本研究の3つの独創性</a:t>
            </a:r>
            <a:endParaRPr lang="en-US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5850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 24時間リアルタイム対応</a:t>
            </a:r>
            <a:endParaRPr lang="en-US" sz="2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15705"/>
            <a:ext cx="8229600" cy="64008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時間的・心理的障壁を解消し、疑問を放置しない学習環境を構築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94722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② つまずきの地図</a:t>
            </a:r>
            <a:endParaRPr lang="en-US" sz="2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404425"/>
            <a:ext cx="8229600" cy="64008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質問データを定量分析し、学習困難点を可視化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→ 教員が講義改善・演習問題作成に活用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1359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③ 学習行動の時系列分析</a:t>
            </a:r>
            <a:endParaRPr lang="en-US" sz="2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593145"/>
            <a:ext cx="8229600" cy="6400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いつ、どのように学習しているかを把握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→ 学習パターンの特徴を明らかに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441610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従来の「教える」から「学びを支える」へのパラダイムシフト</a:t>
            </a:r>
            <a:endParaRPr lang="en-US" sz="2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国内外研究における本研究の位置づけ</a:t>
            </a:r>
            <a:endParaRPr lang="en-US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2015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🌍 海外の動向</a:t>
            </a:r>
            <a:endParaRPr lang="en-US" sz="2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199214"/>
            <a:ext cx="4114800" cy="1641423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Khan Academy (米国)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個別指導型AI「Khanmigo」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一般教育での実践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英語、数学など基礎科目中心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0" y="742015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🇯🇵 国内の現状</a:t>
            </a:r>
            <a:endParaRPr lang="en-US" sz="2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0" y="1199214"/>
            <a:ext cx="4114800" cy="1641423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導入事例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基礎科目での試行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⚠️ 課題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医療系専門科目での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体系的導入・研究は限定的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325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🌟 本研究の位置づけ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806000"/>
            <a:ext cx="7315200" cy="73152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薬学コアカリキュラムSBOに準拠した専門知識ベース(137項目)を構築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医療系教育における生成系AI導入の先駆的事例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まとめ</a:t>
            </a:r>
            <a:endParaRPr lang="en-US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5700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🎯 本研究のポイント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14205"/>
            <a:ext cx="4114800" cy="45720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薬学教育（医薬品情報学）特化型 AIシステム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00600" y="1214205"/>
            <a:ext cx="4114800" cy="45720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137項目の知識ベース（著作権完全クリア）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62845"/>
            <a:ext cx="4114800" cy="45720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学生・教員双方に価値提供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00600" y="1762845"/>
            <a:ext cx="4114800" cy="45720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2026年度実証実験実施予定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9949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💡 独創性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756695"/>
            <a:ext cx="8229600" cy="41148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 24時間リアルタイム対応 - 疑問を放置しない環境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213895"/>
            <a:ext cx="8229600" cy="41148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② つまずきの地図 - 質問データの定量分析・可視化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671095"/>
            <a:ext cx="8229600" cy="41148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③ 客観的教育効果検証 - 10年分データ活用</a:t>
            </a:r>
            <a:endParaRPr lang="en-US" sz="1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21973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🪄 魔法の黒板で、学びの未来を変える 🪄</a:t>
            </a:r>
            <a:endParaRPr lang="en-US" sz="2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76837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509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ご清聴ありがとうございました</a:t>
            </a:r>
            <a:endParaRPr lang="en-US" sz="2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269</Words>
  <Application>Microsoft Macintosh PowerPoint</Application>
  <PresentationFormat>画面に合わせる (16:9)</PresentationFormat>
  <Paragraphs>85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MS UI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魔法の黒板 - AIを活用した学習支援システム</dc:title>
  <dc:subject>PptxGenJS Presentation</dc:subject>
  <dc:creator>神戸学院大学 薬学部</dc:creator>
  <cp:lastModifiedBy>橋本　保彦</cp:lastModifiedBy>
  <cp:revision>2</cp:revision>
  <dcterms:created xsi:type="dcterms:W3CDTF">2026-01-17T06:28:55Z</dcterms:created>
  <dcterms:modified xsi:type="dcterms:W3CDTF">2026-01-17T07:14:14Z</dcterms:modified>
</cp:coreProperties>
</file>