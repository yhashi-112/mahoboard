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61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74"/>
  </p:normalViewPr>
  <p:slideViewPr>
    <p:cSldViewPr snapToGrid="0">
      <p:cViewPr varScale="1">
        <p:scale>
          <a:sx n="98" d="100"/>
          <a:sy n="98" d="100"/>
        </p:scale>
        <p:origin x="920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E2F2C4-0464-2340-B0EB-32FF3C9D3BD3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8C39D3-49F2-EF43-8B65-1C240F7949EC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2755980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739B3DE-D161-B89B-6B71-95D61B70ECB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5D1A752E-3AAB-C882-FF67-A48657F8268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80BF108-36F4-EF75-A2F1-C82FC2872E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FCF04D1-009F-3C80-A553-BE450BD326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CFF76024-9387-1108-87D6-A1B58ACA9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330410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F14510D-AF9D-3996-B260-C6F1F85F18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9B8F881E-2BBB-8439-8C81-CECD1042EC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18184DB-68F5-75AC-9A17-89436ACD9A3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9E5957-7790-16CC-AD98-3257BE74F4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A03F96F1-2C30-5999-AC4F-D01EF8FF99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8234643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CEC3659-83D3-4106-3B4B-B134105D65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113F679-A84C-3D1F-17ED-93F74D7693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6E343D2-69CC-9063-E5EC-9A3C881D0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B612428-3638-E6E7-9CC1-D60F9ED7FB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A99634-69FC-FB9A-89C2-DFC27C368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7708469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11FC3A4-569F-AE85-8F65-085AC9FB4B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C1858330-F81F-03F3-D702-7C3C70A476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CB429CC-A28B-D460-66E2-09CAFAE333C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31C7BE5-C27F-D0C1-5434-00BCE7B847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B174169-BDD7-7066-9320-8311DD6BF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1467E7DD-CFD4-FA29-7841-A4F722AEB3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7783885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39592DB-1D0C-3A23-D6E7-B6B6115F57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FE6739F8-AE0E-6D22-EB2E-AFA08C1914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DF41D018-D25F-0C9A-DDDE-5E4EDA04094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DEDA292E-0CE8-5BE7-EF83-925BDAE7ABC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42CD8C81-F353-A151-C17B-E420425C8E7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9EF61A4D-8B4C-D6C7-D52F-94D0A68808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D8F1BDCE-C987-D5E0-DD6D-161FC18748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A8A7BD4A-AA1A-6249-C7E4-8C1F2242DF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223299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43B7C73-18C3-F891-445F-164690042B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469074FF-346F-248C-08CB-A5BBAFB8B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C9F9AAB5-98A2-8B49-6E1E-B3F2EF6BE2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3D2FFE3-7C03-07E7-C6C2-922110960E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48833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9304E870-5616-84CD-FCD5-A2AC8FDABC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6CE4E99F-1B66-7A27-9B7B-349568CD3E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50536CED-765F-7254-3D9B-209C97CAE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2987881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16CA616-B61F-15B1-4ABB-9FBF9D635C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76458E13-EFE3-AA15-02B2-88C29C2161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8385821-4278-1AD1-A31D-8D6A59A1EDE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80D3FDFA-982C-DE89-2DA7-8D3962947E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7B43A66D-52B8-ED8D-526F-03547B748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A12B235-8ECB-9D7D-63C6-F0DC5294EB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348860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CAE4D1E-E2F1-F1A7-6A54-0B96CC816E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A3A05B8-F675-A181-A8F3-64165B149D9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99BC7C62-7D23-8E68-EF89-7845BF6919E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4442417-0B04-563D-E50E-6868C5939C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B0EFD5D5-B87A-5201-E2E9-C41D4AC69A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0707FD08-5D0D-1E6B-38ED-6338ABEF972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796005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052399-2E33-5EB3-36BC-26B4AB080F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18A1EB1-492E-0077-5691-8813CC9F92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57E829BF-C493-1453-56C6-0B56CCC02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946C9AC3-40A0-F17F-7993-335BFE0D9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C4EDB4-012B-8001-3218-0F3B455FB9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992659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3E0CE09-AADB-135B-B2A5-9030B6C346F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F88A24C8-09C0-6214-C968-864F2B65F67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802946F6-8D20-3553-6B74-DF7D4DAFAF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FDD36E7F-E8E9-A5BC-D998-713392DE35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1F374EF1-63F2-623E-47BA-353C4F945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0807331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4025266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67C1D361-FF23-484A-6523-2976D059C1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60498492-E05E-541A-AA6C-42BC33BD01B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6825B541-B0C7-6374-286C-E1C484ACE59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092C04F-2D01-7743-942C-5349028085DB}" type="datetimeFigureOut">
              <a:rPr kumimoji="1" lang="ja-JP" altLang="en-US" smtClean="0"/>
              <a:t>2026/1/29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EA28F6B1-D6CF-4922-53F4-F1ABC7A887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EA9744B0-7471-F6C8-D32B-1599953F813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F95C098-133E-9E41-B5F1-67F920B1CD1F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104771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12192000" cy="731520"/>
          </a:xfrm>
          <a:prstGeom prst="rect">
            <a:avLst/>
          </a:prstGeom>
          <a:solidFill>
            <a:srgbClr val="2E5090"/>
          </a:solidFill>
          <a:ln/>
        </p:spPr>
        <p:txBody>
          <a:bodyPr wrap="square" rtlCol="0" anchor="ctr"/>
          <a:lstStyle/>
          <a:p>
            <a:pPr algn="ctr"/>
            <a:r>
              <a:rPr lang="en-US" sz="4267" b="1" dirty="0">
                <a:solidFill>
                  <a:srgbClr val="FFFFFF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国内外研究における本研究の位置づけ</a:t>
            </a:r>
            <a:endParaRPr lang="en-US" sz="4267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3" name="Text 1"/>
          <p:cNvSpPr/>
          <p:nvPr/>
        </p:nvSpPr>
        <p:spPr>
          <a:xfrm>
            <a:off x="609600" y="989353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🌍 海外の動向</a:t>
            </a:r>
            <a:endParaRPr lang="en-US" sz="2933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4" name="Text 2"/>
          <p:cNvSpPr/>
          <p:nvPr/>
        </p:nvSpPr>
        <p:spPr>
          <a:xfrm>
            <a:off x="609600" y="1598953"/>
            <a:ext cx="5486400" cy="2188564"/>
          </a:xfrm>
          <a:prstGeom prst="rect">
            <a:avLst/>
          </a:prstGeom>
          <a:solidFill>
            <a:srgbClr val="E3F2FD"/>
          </a:solidFill>
          <a:ln/>
        </p:spPr>
        <p:txBody>
          <a:bodyPr wrap="square" lIns="1693" tIns="1693" rIns="1693" bIns="1693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Khan Academy (米国)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個別指導型AI「Khanmigo」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一般教育での実践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英語、数学など基礎科目中心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0" y="989353"/>
            <a:ext cx="5486400" cy="487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933" b="1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🇯🇵 国内の現状</a:t>
            </a:r>
            <a:endParaRPr lang="en-US" sz="2933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6" name="Text 4"/>
          <p:cNvSpPr/>
          <p:nvPr/>
        </p:nvSpPr>
        <p:spPr>
          <a:xfrm>
            <a:off x="6096000" y="1598953"/>
            <a:ext cx="5486400" cy="2188564"/>
          </a:xfrm>
          <a:prstGeom prst="rect">
            <a:avLst/>
          </a:prstGeom>
          <a:solidFill>
            <a:srgbClr val="FFEBEE"/>
          </a:solidFill>
          <a:ln/>
        </p:spPr>
        <p:txBody>
          <a:bodyPr wrap="square" lIns="1693" tIns="1693" rIns="1693" bIns="1693" rtlCol="0" anchor="ctr"/>
          <a:lstStyle/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導入事例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基礎科目での試行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⚠️ 課題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医療系専門科目での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r>
              <a:rPr lang="en-US" sz="2400" dirty="0">
                <a:solidFill>
                  <a:srgbClr val="000000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体系的導入・研究は限定的</a:t>
            </a:r>
            <a:endParaRPr lang="en-US" sz="24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7" name="Text 5"/>
          <p:cNvSpPr/>
          <p:nvPr/>
        </p:nvSpPr>
        <p:spPr>
          <a:xfrm>
            <a:off x="1219200" y="4343147"/>
            <a:ext cx="9753600" cy="609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3200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🌟 本研究の位置づけ</a:t>
            </a:r>
            <a:endParaRPr lang="en-US" sz="3200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  <p:sp>
        <p:nvSpPr>
          <p:cNvPr id="8" name="Text 6"/>
          <p:cNvSpPr/>
          <p:nvPr/>
        </p:nvSpPr>
        <p:spPr>
          <a:xfrm>
            <a:off x="1219200" y="5074667"/>
            <a:ext cx="9753600" cy="975360"/>
          </a:xfrm>
          <a:prstGeom prst="rect">
            <a:avLst/>
          </a:prstGeom>
          <a:solidFill>
            <a:srgbClr val="F3E5F5"/>
          </a:solidFill>
          <a:ln/>
        </p:spPr>
        <p:txBody>
          <a:bodyPr wrap="square" lIns="1693" tIns="1693" rIns="1693" bIns="1693" rtlCol="0" anchor="ctr"/>
          <a:lstStyle/>
          <a:p>
            <a:pPr algn="ctr"/>
            <a:r>
              <a:rPr lang="en-US" sz="2667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薬学コアカリキュラムSBOに準拠した専門知識ベース(137項目)を構築</a:t>
            </a:r>
            <a:endParaRPr lang="en-US" sz="2667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  <a:p>
            <a:pPr algn="ctr"/>
            <a:r>
              <a:rPr lang="en-US" sz="2667" b="1" dirty="0">
                <a:solidFill>
                  <a:srgbClr val="9B59B6"/>
                </a:solidFill>
                <a:latin typeface="MS UI Gothic" panose="020B0600070205080204" pitchFamily="34" charset="-128"/>
                <a:ea typeface="MS UI Gothic" panose="020B0600070205080204" pitchFamily="34" charset="-128"/>
                <a:cs typeface="Yu Gothic" pitchFamily="34" charset="-120"/>
              </a:rPr>
              <a:t>医療系教育における生成系AI導入の先駆的事例</a:t>
            </a:r>
            <a:endParaRPr lang="en-US" sz="2667" dirty="0">
              <a:latin typeface="MS UI Gothic" panose="020B0600070205080204" pitchFamily="34" charset="-128"/>
              <a:ea typeface="MS UI Gothic" panose="020B0600070205080204" pitchFamily="34" charset="-128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43</Words>
  <Application>Microsoft Macintosh PowerPoint</Application>
  <PresentationFormat>ワイド画面</PresentationFormat>
  <Paragraphs>18</Paragraphs>
  <Slides>1</Slides>
  <Notes>1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6" baseType="lpstr">
      <vt:lpstr>MS UI Gothic</vt:lpstr>
      <vt:lpstr>游ゴシック</vt:lpstr>
      <vt:lpstr>游ゴシック Light</vt:lpstr>
      <vt:lpstr>Arial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橋本　保彦</dc:creator>
  <cp:lastModifiedBy>橋本　保彦</cp:lastModifiedBy>
  <cp:revision>1</cp:revision>
  <dcterms:created xsi:type="dcterms:W3CDTF">2026-01-29T01:06:47Z</dcterms:created>
  <dcterms:modified xsi:type="dcterms:W3CDTF">2026-01-29T01:07:56Z</dcterms:modified>
</cp:coreProperties>
</file>